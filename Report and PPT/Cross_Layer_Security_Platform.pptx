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5" r:id="rId10"/>
    <p:sldId id="272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 Layer Security Platform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Vardhman Jain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2210992513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PK Khosla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400" dirty="0">
                <a:latin typeface="+mj-lt"/>
                <a:ea typeface="+mj-ea"/>
                <a:cs typeface="+mj-cs"/>
              </a:rPr>
              <a:t>Introduction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534680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Modern Threat Landscape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antivirus solutions, hampered by their reliance on static signature-based detection, are fundamentally ill-equipped to counter the current generation of sophisticated adversaries. Modern security operations face several critical structural challenges:</a:t>
            </a: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Evasion: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PowerShell abuse,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LOLBins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hide malicious activity within legitimate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Kernel-Level Bypass: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evade traditional user-mode monitoring using low-level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Containment: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event correlation increases dwell time before threats are isolated.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08463AE-8DDC-8A0F-9304-575078AE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6" t="18106" r="3040" b="20621"/>
          <a:stretch>
            <a:fillRect/>
          </a:stretch>
        </p:blipFill>
        <p:spPr>
          <a:xfrm>
            <a:off x="1298032" y="4153492"/>
            <a:ext cx="6547935" cy="2385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DF2A-D92A-997A-77A8-25B69BDE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8CB68-5849-ADE4-9320-A4203E435889}"/>
              </a:ext>
            </a:extLst>
          </p:cNvPr>
          <p:cNvSpPr txBox="1"/>
          <p:nvPr/>
        </p:nvSpPr>
        <p:spPr>
          <a:xfrm>
            <a:off x="166976" y="914040"/>
            <a:ext cx="881799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Framework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leverages a centralized, high-throughput framework designed to ingest and correlate high-fidelity data from distributed environments. The operational flow is orchestrated as follows: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Telemetry Collection: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Multiple managed endpoints transmit continuous, real-time telemetry streams to the central platform.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Monitoring: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is aggregated into a unified dashboard, providing high-definition threat visibility across the enterprise.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Response Pipeline: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Validated detections trigger automated active response workflows for immediate threat containment.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Dashboards: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 integrated dashboard that displays security information like logs and connected endpoint.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C5B9015-745C-DC6E-72F8-98F83A68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1" b="3948"/>
          <a:stretch>
            <a:fillRect/>
          </a:stretch>
        </p:blipFill>
        <p:spPr>
          <a:xfrm>
            <a:off x="1793717" y="3952049"/>
            <a:ext cx="5556566" cy="25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4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2A00-2513-703D-3832-317CE582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29" y="0"/>
            <a:ext cx="5486040" cy="914040"/>
          </a:xfrm>
        </p:spPr>
        <p:txBody>
          <a:bodyPr/>
          <a:lstStyle/>
          <a:p>
            <a:pPr algn="ctr"/>
            <a:r>
              <a:rPr lang="en-US" sz="3600" dirty="0"/>
              <a:t>Core Telemetry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CD6A4-7914-5348-AA64-46C26563478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8081" y="1202673"/>
            <a:ext cx="8487837" cy="150101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primarily uses Sysmon for endpoint telemetry and forensic visibility, with additional integration of Event Tracing for Windows (ETW) for kernel-level monitoring. ETW enhances detection by reducing reliance on user-mode hooks, helping uncover stealthy system-level activities often missed by traditional EDR solutions.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15D2E1-FD48-0738-F7DC-263F63B732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7"/>
          <a:stretch>
            <a:fillRect/>
          </a:stretch>
        </p:blipFill>
        <p:spPr>
          <a:xfrm>
            <a:off x="0" y="2965837"/>
            <a:ext cx="9144000" cy="334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95B6-132F-E4AB-037A-B646B3C4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Telemetry Collection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68A18-CF30-9C9E-82E1-B54B5CB0B591}"/>
              </a:ext>
            </a:extLst>
          </p:cNvPr>
          <p:cNvSpPr txBox="1"/>
          <p:nvPr/>
        </p:nvSpPr>
        <p:spPr>
          <a:xfrm>
            <a:off x="182880" y="914040"/>
            <a:ext cx="877824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 includes robust monitoring of high-risk activities to maintain total environmental visibility. Specific focus areas include:</a:t>
            </a:r>
          </a:p>
          <a:p>
            <a:pPr marL="0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Execution Monitoring: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Lifecycle tracking of all processes to detect unauthorized execution or malicious process hollowing.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PowerShell Activity Tracking: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Deep inspection of script execution to identify obfuscation and administrative tool abuse.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Activity Monitoring: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Real-time logging of unauthorized file "drops," modifications, and suspicious payload delivery.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Command Execution: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Monitoring 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LOLBin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exploitation and command-line arguments indicative of discovery or credential theft.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C298E6-E201-770E-1D48-E1AF2B802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51" b="14973"/>
          <a:stretch>
            <a:fillRect/>
          </a:stretch>
        </p:blipFill>
        <p:spPr>
          <a:xfrm>
            <a:off x="1261781" y="3919633"/>
            <a:ext cx="6620437" cy="25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4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B2CF-0AE8-C914-0B9F-113EC384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44" y="0"/>
            <a:ext cx="5486040" cy="914040"/>
          </a:xfrm>
        </p:spPr>
        <p:txBody>
          <a:bodyPr/>
          <a:lstStyle/>
          <a:p>
            <a:r>
              <a:rPr lang="en-US" dirty="0"/>
              <a:t>Active Response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4B0AC-5A90-04AE-97DB-51880F72DA2D}"/>
              </a:ext>
            </a:extLst>
          </p:cNvPr>
          <p:cNvSpPr txBox="1"/>
          <p:nvPr/>
        </p:nvSpPr>
        <p:spPr>
          <a:xfrm>
            <a:off x="270344" y="1083909"/>
            <a:ext cx="86033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minimize attacker dwell time, the platform uses automated active response workflows. Upon detecting high-risk activity—such as suspicious processes or unauthorized file drops—it automatically triggers Host Isolation, cutting network connectivity to prevent lateral movement and contain the threat.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993D92-BB37-4FB4-5090-3974C286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775" y="2454107"/>
            <a:ext cx="5594449" cy="372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2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0B14-07DF-89E7-8196-34F7B470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50" y="0"/>
            <a:ext cx="5486040" cy="914040"/>
          </a:xfrm>
        </p:spPr>
        <p:txBody>
          <a:bodyPr/>
          <a:lstStyle/>
          <a:p>
            <a:pPr algn="ctr"/>
            <a:r>
              <a:rPr lang="en-US" sz="3200" dirty="0"/>
              <a:t>Major Findings and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8D887-10B5-1F11-7F81-3789B6D4E12E}"/>
              </a:ext>
            </a:extLst>
          </p:cNvPr>
          <p:cNvSpPr txBox="1"/>
          <p:nvPr/>
        </p:nvSpPr>
        <p:spPr>
          <a:xfrm>
            <a:off x="131196" y="1028343"/>
            <a:ext cx="888160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Engineering Capabilities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has demonstrated its value as a premier "Detection Engineering Lab," providing the infrastructure necessary for continuous security improvement. This environment enables: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Validation: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Rapid testing and iterative refinement of behavioral detection rules against real-world telemetry.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Stress-testing: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Assessing the throughput and reliability of telemetry streams under high-load scenarios.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Tuning: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Fine-tuning the sensitivity and logic of automated containment workflows to minimize operational friction.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Impact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 this framework marks a definitive shift from a "Simple EDR" to a comprehensive "Cross-layer security platform." By leveraging advanced 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Analytics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organization has transitioned from a reactive posture to a proactive defense model. The operational outcome is a platform that provides deep forensic telemetry and the capability for near-instantaneous threat containment.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45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5B74-6C0E-C657-9718-D675CDA4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31" y="0"/>
            <a:ext cx="5486040" cy="914040"/>
          </a:xfrm>
        </p:spPr>
        <p:txBody>
          <a:bodyPr/>
          <a:lstStyle/>
          <a:p>
            <a:r>
              <a:rPr lang="en-US" sz="3200" dirty="0"/>
              <a:t>Conclusion and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0A511-36BD-9CC1-2B0A-C3CFA64EE670}"/>
              </a:ext>
            </a:extLst>
          </p:cNvPr>
          <p:cNvSpPr txBox="1"/>
          <p:nvPr/>
        </p:nvSpPr>
        <p:spPr>
          <a:xfrm>
            <a:off x="190831" y="1096920"/>
            <a:ext cx="876233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delivers a scalable, modular platform that achieves deep endpoint visibility and rapid response. By prioritizing kernel-level telemetry and automated detection pipelines, the architecture establishes a formidable defense capable of securing the enterprise against the modern attack techniques that bypass traditional security solutions.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</a:t>
            </a:r>
          </a:p>
          <a:p>
            <a:pPr marL="0" indent="0"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strategic vision for the platform includes the following architectural advancements: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XDR Integration: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Expanding visibility beyond the endpoint into network and cloud security layers.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ML-Assisted Anomaly Detection: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Utilizing machine learning to identify sophisticated deviations from established behavioral baselines.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Extending high-fidelity telemetry and response capabilities to macOS and Linux environments.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 Enrichment: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real-time external intelligence feeds to increase the precision of behavioral rules.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Hunting Capabilities: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Deploying specialized security analytics tools for proactive discovery of persistent, undetected threats.</a:t>
            </a:r>
          </a:p>
        </p:txBody>
      </p:sp>
    </p:spTree>
    <p:extLst>
      <p:ext uri="{BB962C8B-B14F-4D97-AF65-F5344CB8AC3E}">
        <p14:creationId xmlns:p14="http://schemas.microsoft.com/office/powerpoint/2010/main" val="2468837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34883</TotalTime>
  <Words>723</Words>
  <Application>Microsoft Office PowerPoint</Application>
  <PresentationFormat>On-screen Show (4:3)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Methodology</vt:lpstr>
      <vt:lpstr>Core Telemetry Integration</vt:lpstr>
      <vt:lpstr>Telemetry Collection Pipeline</vt:lpstr>
      <vt:lpstr>Active Response </vt:lpstr>
      <vt:lpstr>Major Findings and Outcomes</vt:lpstr>
      <vt:lpstr>Conclusion and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Vardhman Jain</cp:lastModifiedBy>
  <cp:revision>2300</cp:revision>
  <dcterms:created xsi:type="dcterms:W3CDTF">2010-04-09T07:36:15Z</dcterms:created>
  <dcterms:modified xsi:type="dcterms:W3CDTF">2026-05-25T08:20:25Z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